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223F34A-4281-4102-A586-2AE3A2078A0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ctrTitle" idx="0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32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1pPr>
            <a:lvl2pPr lvl="1">
              <a:defRPr sz="32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2pPr>
          </a:lstStyle>
        </p:txBody>
      </p:sp>
      <p:sp>
        <p:nvSpPr>
          <p:cNvPr id="10" name="PlaceHolder 2"/>
          <p:cNvSpPr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6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6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</a:lstStyle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F2ECC48-168A-4C85-ADCC-1AD83D4C352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 idx="0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1pPr>
            <a:lvl2pPr lvl="1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2pPr>
            <a:lvl3pPr lvl="2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3pPr>
          </a:lstStyle>
        </p:txBody>
      </p:sp>
      <p:sp>
        <p:nvSpPr>
          <p:cNvPr id="12" name="PlaceHolder 2"/>
          <p:cNvSpPr>
            <a:spLocks noGrp="1"/>
          </p:cNvSpPr>
          <p:nvPr>
            <p:ph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9491360-F3B7-4A32-8C44-FC135047654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 idx="0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1pPr>
            <a:lvl2pPr lvl="1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2pPr>
            <a:lvl3pPr lvl="2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3pPr>
          </a:lstStyle>
        </p:txBody>
      </p:sp>
      <p:sp>
        <p:nvSpPr>
          <p:cNvPr id="14" name="PlaceHolder 2"/>
          <p:cNvSpPr>
            <a:spLocks noGrp="1"/>
          </p:cNvSpPr>
          <p:nvPr>
            <p:ph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  <p:sp>
        <p:nvSpPr>
          <p:cNvPr id="15" name="PlaceHolder 3"/>
          <p:cNvSpPr>
            <a:spLocks noGrp="1"/>
          </p:cNvSpPr>
          <p:nvPr>
            <p:ph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8A2447A-B58A-417C-8A34-4E116773850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 idx="0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1pPr>
            <a:lvl2pPr lvl="1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2pPr>
            <a:lvl3pPr lvl="2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3pPr>
          </a:lstStyle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D896EA5-FD47-45EC-B3FE-FA3529220891}" type="slidenum">
              <a:t>&lt;#&gt;</a:t>
            </a:fld>
          </a:p>
        </p:txBody>
      </p:sp>
      <p:sp>
        <p:nvSpPr>
          <p:cNvPr id="12" name="PlaceHolder 2"/>
          <p:cNvSpPr>
            <a:spLocks noGrp="1"/>
          </p:cNvSpPr>
          <p:nvPr>
            <p:ph idx="1" type="body"/>
          </p:nvPr>
        </p:nvSpPr>
        <p:spPr>
          <a:xfrm>
            <a:off x="457200" y="1371600"/>
            <a:ext cx="8229240" cy="27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 idx="0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1pPr>
            <a:lvl2pPr lvl="1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2pPr>
            <a:lvl3pPr lvl="2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3pPr>
          </a:lstStyle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21B1AE1-7310-44A9-BC01-44AA8B09E45D}" type="slidenum">
              <a:t>&lt;#&gt;</a:t>
            </a:fld>
          </a:p>
        </p:txBody>
      </p:sp>
      <p:sp>
        <p:nvSpPr>
          <p:cNvPr id="12" name="PlaceHolder 2"/>
          <p:cNvSpPr>
            <a:spLocks noGrp="1"/>
          </p:cNvSpPr>
          <p:nvPr>
            <p:ph idx="1" type="body"/>
          </p:nvPr>
        </p:nvSpPr>
        <p:spPr>
          <a:xfrm>
            <a:off x="457200" y="1188720"/>
            <a:ext cx="384048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  <p:sp>
        <p:nvSpPr>
          <p:cNvPr id="12" name="PlaceHolder 2"/>
          <p:cNvSpPr>
            <a:spLocks noGrp="1"/>
          </p:cNvSpPr>
          <p:nvPr>
            <p:ph idx="2"/>
          </p:nvPr>
        </p:nvSpPr>
        <p:spPr>
          <a:xfrm>
            <a:off x="457200" y="2103120"/>
            <a:ext cx="3840480" cy="2103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  <p:sp>
        <p:nvSpPr>
          <p:cNvPr id="12" name="PlaceHolder 2"/>
          <p:cNvSpPr>
            <a:spLocks noGrp="1"/>
          </p:cNvSpPr>
          <p:nvPr>
            <p:ph idx="3" type="body"/>
          </p:nvPr>
        </p:nvSpPr>
        <p:spPr>
          <a:xfrm>
            <a:off x="4846320" y="1188720"/>
            <a:ext cx="384048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  <p:sp>
        <p:nvSpPr>
          <p:cNvPr id="12" name="PlaceHolder 2"/>
          <p:cNvSpPr>
            <a:spLocks noGrp="1"/>
          </p:cNvSpPr>
          <p:nvPr>
            <p:ph idx="4"/>
          </p:nvPr>
        </p:nvSpPr>
        <p:spPr>
          <a:xfrm>
            <a:off x="4846320" y="2103120"/>
            <a:ext cx="3840480" cy="2103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 idx="0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1pPr>
            <a:lvl2pPr lvl="1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2pPr>
            <a:lvl3pPr lvl="2">
              <a:defRPr sz="1800">
                <a:latin typeface="Raleway"/>
                <a:ea typeface="Raleway"/>
                <a:cs typeface="Raleway"/>
                <a:sym typeface="Raleway"/>
                <a:solidFill>
                  <a:srgbClr val="cd8f40"/>
                </a:solidFill>
              </a:defRPr>
            </a:lvl3pPr>
          </a:lstStyle>
        </p:txBody>
      </p:sp>
      <p:sp>
        <p:nvSpPr>
          <p:cNvPr id="19" name="PlaceHolder 2"/>
          <p:cNvSpPr>
            <a:spLocks noGrp="1"/>
          </p:cNvSpPr>
          <p:nvPr>
            <p:ph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  <p:sp>
        <p:nvSpPr>
          <p:cNvPr id="20" name="PlaceHolder 3"/>
          <p:cNvSpPr>
            <a:spLocks noGrp="1"/>
          </p:cNvSpPr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  <p:sp>
        <p:nvSpPr>
          <p:cNvPr id="21" name="PlaceHolder 4"/>
          <p:cNvSpPr>
            <a:spLocks noGrp="1"/>
          </p:cNvSpPr>
          <p:nvPr>
            <p:ph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lstStyle>
            <a:lvl1pPr lvl="0">
              <a:defRPr sz="14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1pPr>
            <a:lvl2pPr lvl="1">
              <a:defRPr sz="12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2pPr>
            <a:lvl3pPr lvl="2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3pPr>
            <a:lvl4pPr lvl="3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4pPr>
            <a:lvl5pPr lvl="4">
              <a:defRPr sz="1000">
                <a:latin typeface="Raleway"/>
                <a:ea typeface="Raleway"/>
                <a:cs typeface="Raleway"/>
                <a:sym typeface="Raleway"/>
                <a:solidFill>
                  <a:srgbClr val="234547"/>
                </a:solidFill>
              </a:defRPr>
            </a:lvl5pPr>
          </a:lstStyle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F5FE4C-6CCD-43FB-AAA6-D3E84142CFA7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57D64C3-4C08-4157-BEDF-4E23EBEA87B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BE40A91-D0B9-4985-BB15-0F761AEF165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803E47F-6FC1-40CD-B944-C02F7791E07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55E3214-8F0D-47CD-883E-595985DAD74B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9A7E883-9D86-4A3D-A95A-E3FEB061BDB7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1" descr=""/>
          <p:cNvPicPr/>
          <p:nvPr/>
        </p:nvPicPr>
        <p:blipFill>
          <a:blip r:embed="rId3"/>
          <a:stretch/>
        </p:blipFill>
        <p:spPr>
          <a:xfrm>
            <a:off x="7928280" y="40320"/>
            <a:ext cx="1092600" cy="26964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0;p1"/>
          <p:cNvSpPr/>
          <p:nvPr/>
        </p:nvSpPr>
        <p:spPr>
          <a:xfrm>
            <a:off x="5029200" y="4892040"/>
            <a:ext cx="3749039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155b55"/>
                </a:solidFill>
                <a:latin typeface="Raleway"/>
                <a:ea typeface="Raleway"/>
                <a:cs typeface="Raleway"/>
                <a:sym typeface="Raleway"/>
              </a:rPr>
              <a:t>Thomas Goossens </a:t>
            </a:r>
            <a:r>
              <a:rPr b="0" lang="en" sz="900" spc="-1" strike="noStrike">
                <a:solidFill>
                  <a:srgbClr val="155b55"/>
                </a:solidFill>
                <a:latin typeface="Raleway"/>
                <a:ea typeface="Raleway"/>
                <a:cs typeface="Raleway"/>
                <a:sym typeface="Raleway"/>
              </a:rPr>
              <a:t>/ data scientist / Contact: tech@wisenergy.co</a:t>
            </a:r>
            <a:endParaRPr b="0" lang="en-GB" sz="900" spc="-1" strike="noStrike"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" name="Google Shape;11;p1"/>
          <p:cNvGrpSpPr/>
          <p:nvPr/>
        </p:nvGrpSpPr>
        <p:grpSpPr>
          <a:xfrm>
            <a:off x="-1012680" y="3378960"/>
            <a:ext cx="2923560" cy="2874960"/>
            <a:chOff x="-1012680" y="3378960"/>
            <a:chExt cx="2923560" cy="2874960"/>
          </a:xfrm>
        </p:grpSpPr>
        <p:sp>
          <p:nvSpPr>
            <p:cNvPr id="3" name="Google Shape;12;p1"/>
            <p:cNvSpPr/>
            <p:nvPr/>
          </p:nvSpPr>
          <p:spPr>
            <a:xfrm>
              <a:off x="-1012680" y="3378960"/>
              <a:ext cx="2923560" cy="2874960"/>
            </a:xfrm>
            <a:prstGeom prst="ellipse">
              <a:avLst/>
            </a:prstGeom>
            <a:noFill/>
            <a:ln w="152400">
              <a:solidFill>
                <a:srgbClr val="1d434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3;p1"/>
            <p:cNvSpPr/>
            <p:nvPr/>
          </p:nvSpPr>
          <p:spPr>
            <a:xfrm>
              <a:off x="-132840" y="4244400"/>
              <a:ext cx="1163160" cy="1144080"/>
            </a:xfrm>
            <a:prstGeom prst="ellipse">
              <a:avLst/>
            </a:prstGeom>
            <a:solidFill>
              <a:srgbClr val="1d4345"/>
            </a:solidFill>
            <a:ln w="152400">
              <a:solidFill>
                <a:srgbClr val="1d434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8542080" y="477720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DAC20BB-BEAE-4FD3-9A05-32202C4B433B}" type="slidenum">
              <a:rPr b="0" lang="en" sz="1000" spc="-1" strike="noStrike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&lt;number&gt;</a:t>
            </a:fld>
            <a:endParaRPr b="0" lang="en-GB" sz="1000" spc="-1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" name="Google Shape;55;p12"/>
          <p:cNvSpPr/>
          <p:nvPr/>
        </p:nvSpPr>
        <p:spPr>
          <a:xfrm>
            <a:off x="7193520" y="-1845720"/>
            <a:ext cx="3196440" cy="3196440"/>
          </a:xfrm>
          <a:prstGeom prst="ellipse">
            <a:avLst/>
          </a:prstGeom>
          <a:noFill/>
          <a:ln w="76200">
            <a:solidFill>
              <a:srgbClr val="1d43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400" spc="-1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Click to edit the title text format</a:t>
            </a:r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pc="-1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Click to edit the outline text format</a:t>
            </a:r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400" spc="-1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Second Outline Level</a:t>
            </a:r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pc="-1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Third Outline Level</a:t>
            </a:r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400" spc="-1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Fourth Outline Level</a:t>
            </a:r>
            <a:endParaRPr b="0" lang="en-GB" sz="14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62;p14"/>
          <p:cNvSpPr/>
          <p:nvPr/>
        </p:nvSpPr>
        <p:spPr>
          <a:xfrm>
            <a:off x="1624320" y="1986480"/>
            <a:ext cx="733032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155b55"/>
                </a:solidFill>
                <a:latin typeface="Raleway"/>
                <a:ea typeface="Raleway"/>
              </a:rPr>
              <a:t>Proof of Concept Profondeville</a:t>
            </a:r>
            <a:endParaRPr b="0" lang="en-GB" sz="1800" spc="-1" strike="noStrike">
              <a:latin typeface="Arial"/>
            </a:endParaRPr>
          </a:p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000" spc="-1" strike="noStrike">
              <a:latin typeface="Arial"/>
            </a:endParaRPr>
          </a:p>
        </p:txBody>
      </p:sp>
      <p:sp>
        <p:nvSpPr>
          <p:cNvPr id="46" name="Google Shape;63;p14"/>
          <p:cNvSpPr/>
          <p:nvPr/>
        </p:nvSpPr>
        <p:spPr>
          <a:xfrm>
            <a:off x="2994840" y="2843280"/>
            <a:ext cx="53636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000" spc="-1" strike="noStrike">
              <a:latin typeface="Arial"/>
            </a:endParaRPr>
          </a:p>
          <a:p>
            <a:pPr marL="45720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ce903f"/>
                </a:solidFill>
                <a:latin typeface="Raleway"/>
                <a:ea typeface="Raleway"/>
              </a:rPr>
              <a:t>Présentation - April 2026</a:t>
            </a:r>
            <a:endParaRPr b="0" lang="en-GB" sz="1600" spc="-1" strike="noStrike">
              <a:latin typeface="Arial"/>
            </a:endParaRPr>
          </a:p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000" spc="-1" strike="noStrike">
              <a:latin typeface="Arial"/>
            </a:endParaRPr>
          </a:p>
        </p:txBody>
      </p:sp>
      <p:pic>
        <p:nvPicPr>
          <p:cNvPr id="47" name="Google Shape;64;p14" descr=""/>
          <p:cNvPicPr/>
          <p:nvPr/>
        </p:nvPicPr>
        <p:blipFill>
          <a:blip r:embed="rId2"/>
          <a:stretch/>
        </p:blipFill>
        <p:spPr>
          <a:xfrm>
            <a:off x="2317680" y="234000"/>
            <a:ext cx="1866960" cy="18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234547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Raleway"/>
        <a:ea typeface="Raleway"/>
        <a:cs typeface="Raleway"/>
      </a:majorFont>
      <a:minorFont>
        <a:latin typeface="Raleway"/>
        <a:ea typeface="Raleway"/>
        <a:cs typeface="Raleway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dcterms:modified xsi:type="dcterms:W3CDTF">2026-04-28T13:22:58Z</dcterms:modified>
  <cp:revision>1</cp:revision>
  <dc:subject/>
  <dc:title/>
</cp:coreProperties>
</file>